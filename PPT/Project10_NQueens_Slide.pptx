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96112"/>
          </a:xfrm>
          <a:prstGeom prst="rect">
            <a:avLst/>
          </a:prstGeom>
          <a:solidFill>
            <a:srgbClr val="0B4F3F"/>
          </a:solidFill>
          <a:ln w="12700">
            <a:solidFill>
              <a:srgbClr val="0B4F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10: N-Queens using Backtracking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– Backtracking  |  Group 1  |  24WH1A0533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4 queens on a 4 × 4 board so that no two queens attack each other.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check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(r, c) is safe if c ≠ col and |c − col| ≠ |r − row| for every earlier queen.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queen per row. Prune a column if it is unsafe; backtrack when a row has no safe column.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“Visualize the state space tree for N=4 queens, marking invalid branches in red.”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solutions: columns (2, 4, 1, 3) and (3, 1, 4, 2). Only 61 of 341 possible nodes examined; red nodes are pruned.</a:t>
            </a:r>
            <a:endParaRPr lang="en-US" sz="1400" dirty="0"/>
          </a:p>
        </p:txBody>
      </p:sp>
      <p:pic>
        <p:nvPicPr>
          <p:cNvPr id="6" name="Image 0" descr="/home/claude/tree_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05840"/>
            <a:ext cx="4754880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DAA-macro-project-G1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10: N-Queens using Backtracking</dc:title>
  <dc:subject>PptxGenJS Presentation</dc:subject>
  <dc:creator>PptxGenJS</dc:creator>
  <cp:lastModifiedBy>PptxGenJS</cp:lastModifiedBy>
  <cp:revision>1</cp:revision>
  <dcterms:created xsi:type="dcterms:W3CDTF">2026-10-04T13:58:03Z</dcterms:created>
  <dcterms:modified xsi:type="dcterms:W3CDTF">2026-10-04T13:58:03Z</dcterms:modified>
</cp:coreProperties>
</file>