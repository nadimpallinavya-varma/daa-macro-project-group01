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4F43"/>
          </a:solidFill>
          <a:ln w="12700">
            <a:solidFill>
              <a:srgbClr val="0B4F43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1: Sorting Complexity Visualizer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Algorithm Analysis  |  Group 1  |  24WH1A0508</a:t>
            </a:r>
            <a:endParaRPr lang="en-US" sz="1100" dirty="0"/>
          </a:p>
        </p:txBody>
      </p:sp>
      <p:sp>
        <p:nvSpPr>
          <p:cNvPr id="5" name="Content"/>
          <p:cNvSpPr txBox="1"/>
          <p:nvPr/>
        </p:nvSpPr>
        <p:spPr>
          <a:xfrm>
            <a:off x="457200" y="1005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500"/>
              </a:spcBef>
              <a:buNone/>
            </a:pPr>
            <a:r>
              <a:rPr lang="en-US" sz="1100" b="1" dirty="0">
                <a:solidFill>
                  <a:srgbClr val="0B4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Merge Sort and Quick Sort for n = 10, 100, 1000 by counting comparisons.</a:t>
            </a:r>
            <a:endParaRPr lang="en-US" sz="1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00" b="1" dirty="0">
                <a:solidFill>
                  <a:srgbClr val="0B4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Sort: T(n) = 2T(n/2) + n → O(n log n) in all cases. Quick Sort: O(n log n) average, O(n²) worst case.</a:t>
            </a:r>
            <a:endParaRPr lang="en-US" sz="1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00" b="1" dirty="0">
                <a:solidFill>
                  <a:srgbClr val="0B4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and conquer. Merge Sort splits at the midpoint, sorts halves, merges. Quick Sort partitions around a random pivot. Each size is averaged over 20 random arrays and plotted on log-log axes.</a:t>
            </a:r>
            <a:endParaRPr lang="en-US" sz="1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00" b="1" dirty="0">
                <a:solidFill>
                  <a:srgbClr val="0B4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used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“Generate a graph comparing time complexity of Merge, and Quick Sort for n = 10, 100, 1000.”</a:t>
            </a:r>
            <a:endParaRPr lang="en-US" sz="11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00" b="1" dirty="0">
                <a:solidFill>
                  <a:srgbClr val="0B4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 = 1000: Merge Sort 8,711 vs Quick Sort 11,570 comparisons, both close to n log₂n = 9,966. Quick Sort worst case would need 499,500.</a:t>
            </a:r>
            <a:endParaRPr lang="en-US" sz="1100" dirty="0"/>
          </a:p>
        </p:txBody>
      </p:sp>
      <p:sp>
        <p:nvSpPr>
          <p:cNvPr id="6" name="Chart caption"/>
          <p:cNvSpPr txBox="1"/>
          <p:nvPr/>
        </p:nvSpPr>
        <p:spPr>
          <a:xfrm>
            <a:off x="4663440" y="10515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vs Quick Sort: comparisons (log-log)</a:t>
            </a:r>
            <a:endParaRPr lang="en-US" sz="900" dirty="0"/>
          </a:p>
        </p:txBody>
      </p:sp>
      <p:pic>
        <p:nvPicPr>
          <p:cNvPr id="7" name="Visualization" descr="Line chart comparing comparison counts of Merge Sort and Quick Sort for n = 10, 100, 10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371600"/>
            <a:ext cx="4023360" cy="2681935"/>
          </a:xfrm>
          <a:prstGeom prst="rect">
            <a:avLst/>
          </a:prstGeom>
        </p:spPr>
      </p:pic>
      <p:sp>
        <p:nvSpPr>
          <p:cNvPr id="8" name="Repo link"/>
          <p:cNvSpPr txBox="1"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github.com/nadimpallinavya-varma/DAA-Macro-Project-Group01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1: Sorting Complexity Visualizer</dc:title>
  <dc:subject>PptxGenJS Presentation</dc:subject>
  <dc:creator>PptxGenJS</dc:creator>
  <cp:lastModifiedBy>PptxGenJS</cp:lastModifiedBy>
  <cp:revision>1</cp:revision>
  <dcterms:created xsi:type="dcterms:W3CDTF">2026-10-04T13:29:25Z</dcterms:created>
  <dcterms:modified xsi:type="dcterms:W3CDTF">2026-10-04T13:29:25Z</dcterms:modified>
</cp:coreProperties>
</file>