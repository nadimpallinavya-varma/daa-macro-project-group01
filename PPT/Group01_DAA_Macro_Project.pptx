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13: 0/1 Knapsack using Branch and Bound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– Branch and Bound  |  Group 1  |  Your Name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W = 10; items (w, v): (4,40), (7,42), (5,25), (3,12)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= v + (W − w) × (v_next / w_next)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Best-first search. Discard a node if w &gt; W. Prune it if ub ≤ best value found.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used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“Illustrate bounding and pruning in 0/1 Knapsack using node values.”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value = 65 (items 1 and 3). Only 9 of 31 nodes generated; Nodes 2 and 6 pruned (ub 60 and 64 ≤ 65).</a:t>
            </a:r>
            <a:endParaRPr lang="en-US" sz="1200" dirty="0"/>
          </a:p>
        </p:txBody>
      </p:sp>
      <p:pic>
        <p:nvPicPr>
          <p:cNvPr id="6" name="Image 0" descr="Knapsack branch and bound tree with bound values and pruned nod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05840"/>
            <a:ext cx="4206240" cy="3621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github.com/&lt;your-group-repo&gt;/Unit5_BranchAndBound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2026-10-04T11:55:10Z</dcterms:created>
  <dcterms:modified xsi:type="dcterms:W3CDTF">2026-10-04T11:55:10Z</dcterms:modified>
</cp:coreProperties>
</file>