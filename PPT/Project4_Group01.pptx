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4: Greedy Job Sequencing with Deadlines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– Divide and Conquer / Greedy  |  Group 1  |  24WH1A0517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jobs (id, deadline, profit): J1 (2,100), J2 (1,19), J3 (2,27), J4 (1,25), J5 (3,15). Each job takes 1 unit of time.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rule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jobs in order of highest profit. Place each in the latest free slot on or before its deadline.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profit. If no slot is free on or before the deadline, reject the job; otherwise accept it.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used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“Create a flow diagram showing job selection based on deadlines and profits.”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J3 → J1 → J5, total profit = 142. J4 and J2 are rejected because slot 1 is already taken.</a:t>
            </a:r>
            <a:endParaRPr lang="en-US" sz="1200" dirty="0"/>
          </a:p>
        </p:txBody>
      </p:sp>
      <p:pic>
        <p:nvPicPr>
          <p:cNvPr id="6" name="Image 0" descr="Flowchart of greedy job sequencing and the accept or reject decision path for five job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382084"/>
            <a:ext cx="4206240" cy="28685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github.com/nadimpallinavya-varma/DAA-Macro-Project-Group01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4: Greedy Job Sequencing</dc:title>
  <dc:subject>Project 4: Greedy Job Sequencing</dc:subject>
  <dc:creator>PptxGenJS</dc:creator>
  <cp:lastModifiedBy>PptxGenJS</cp:lastModifiedBy>
  <cp:revision>1</cp:revision>
  <dcterms:created xsi:type="dcterms:W3CDTF">2026-10-04T12:32:35Z</dcterms:created>
  <dcterms:modified xsi:type="dcterms:W3CDTF">2026-10-04T12:32:35Z</dcterms:modified>
</cp:coreProperties>
</file>