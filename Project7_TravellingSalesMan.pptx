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5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Project 7: Traveling Salesperson DP Table (Held-Karp)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1F5EE"/>
                </a:solidFill>
                <a:latin typeface="Calibri"/>
              </a:defRPr>
            </a:pPr>
            <a:r>
              <a:t>Unit III: Dynamic Programming   |   Group 1   |   Roll No: 24WH1A0517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93192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085041"/>
                </a:solidFill>
                <a:latin typeface="Calibri"/>
              </a:defRPr>
            </a:pPr>
            <a:r>
              <a:t>Problem / Input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050">
                <a:solidFill>
                  <a:srgbClr val="2C2C2A"/>
                </a:solidFill>
                <a:latin typeface="Calibri"/>
              </a:defRPr>
            </a:pPr>
            <a:r>
              <a:t>4 cities (0 to 3), start and end at city 0. Distances: 0-1: 10, 0-2: 15, 0-3: 20, 1-2: 35, 1-3: 25, 2-3: 30.</a:t>
            </a:r>
          </a:p>
          <a:p>
            <a:pPr>
              <a:spcAft>
                <a:spcPts val="100"/>
              </a:spcAft>
              <a:defRPr sz="1200" b="1">
                <a:solidFill>
                  <a:srgbClr val="085041"/>
                </a:solidFill>
                <a:latin typeface="Calibri"/>
              </a:defRPr>
            </a:pPr>
            <a:r>
              <a:t>Algorithm Logic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050">
                <a:solidFill>
                  <a:srgbClr val="2C2C2A"/>
                </a:solidFill>
                <a:latin typeface="Calibri"/>
              </a:defRPr>
            </a:pPr>
            <a:r>
              <a:t>dp[S][j] = min cost to start at 0, visit set S, end at j.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050">
                <a:solidFill>
                  <a:srgbClr val="2C2C2A"/>
                </a:solidFill>
                <a:latin typeface="Calibri"/>
              </a:defRPr>
            </a:pPr>
            <a:r>
              <a:t>dp[S][j] = min over k in S\{j} of dp[S\{j}][k] + d[k][j]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050">
                <a:solidFill>
                  <a:srgbClr val="2C2C2A"/>
                </a:solidFill>
                <a:latin typeface="Calibri"/>
              </a:defRPr>
            </a:pPr>
            <a:r>
              <a:t>Answer = min over j of dp[all][j] + d[j][0]. Time O(n²·2ⁿ) vs O(n!) brute force.</a:t>
            </a:r>
          </a:p>
          <a:p>
            <a:pPr>
              <a:spcAft>
                <a:spcPts val="100"/>
              </a:spcAft>
              <a:defRPr sz="1200" b="1">
                <a:solidFill>
                  <a:srgbClr val="085041"/>
                </a:solidFill>
                <a:latin typeface="Calibri"/>
              </a:defRPr>
            </a:pPr>
            <a:r>
              <a:t>Prompt Used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050">
                <a:solidFill>
                  <a:srgbClr val="2C2C2A"/>
                </a:solidFill>
                <a:latin typeface="Calibri"/>
              </a:defRPr>
            </a:pPr>
            <a:r>
              <a:t>“Visualize DP state transitions for TSP with 4 cities.”</a:t>
            </a:r>
          </a:p>
          <a:p>
            <a:pPr>
              <a:spcAft>
                <a:spcPts val="100"/>
              </a:spcAft>
              <a:defRPr sz="1200" b="1">
                <a:solidFill>
                  <a:srgbClr val="085041"/>
                </a:solidFill>
                <a:latin typeface="Calibri"/>
              </a:defRPr>
            </a:pPr>
            <a:r>
              <a:t>Result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050">
                <a:solidFill>
                  <a:srgbClr val="2C2C2A"/>
                </a:solidFill>
                <a:latin typeface="Calibri"/>
              </a:defRPr>
            </a:pPr>
            <a:r>
              <a:t>optimal tour 0 → 2 → 3 → 1 → 0, cost 80 (matches brute force).</a:t>
            </a:r>
            <a:br/>
            <a:r>
              <a:t>Left: DP table with cost and predecessor for each (subset, end city). Right: transitions from |S|=1 to |S|=3; the red path is the optimal tour.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955984"/>
            <a:ext cx="4206240" cy="17207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5E5A"/>
                </a:solidFill>
                <a:latin typeface="Calibri"/>
              </a:defRPr>
            </a:pPr>
            <a:r>
              <a:t>Repo: github.com/nadimpallinavya-varma/DAA-Macro-Project-Group01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2026-10-04T12:32:35Z</dcterms:created>
  <dcterms:modified xsi:type="dcterms:W3CDTF">2026-10-04T12:32:35Z</dcterms:modified>
</cp:coreProperties>
</file>